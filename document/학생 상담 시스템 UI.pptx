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학생 상담 관리 시스템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Figma 수준 와이어프레임 설계</a:t>
            </a:r>
          </a:p>
          <a:p>
            <a:r>
              <a:t>입력 중심 + 분석 중심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로그인 화면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전화번호 입력</a:t>
            </a:r>
          </a:p>
          <a:p>
            <a:r>
              <a:t>비밀번호 입력</a:t>
            </a:r>
          </a:p>
          <a:p>
            <a:r>
              <a:t>로그인 버튼</a:t>
            </a:r>
          </a:p>
          <a:p>
            <a:r>
              <a:t>자동 로그인 옵션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대시보드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 카드 (문의, 등록, 전환율)</a:t>
            </a:r>
          </a:p>
          <a:p>
            <a:r>
              <a:t>퍼널 차트</a:t>
            </a:r>
          </a:p>
          <a:p>
            <a:r>
              <a:t>유입 분석</a:t>
            </a:r>
          </a:p>
          <a:p>
            <a:r>
              <a:t>퇴원/재원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상담 입력 화면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전화번호 → 자동 조회</a:t>
            </a:r>
          </a:p>
          <a:p>
            <a:r>
              <a:t>상담 채널 선택</a:t>
            </a:r>
          </a:p>
          <a:p>
            <a:r>
              <a:t>문의 과목 선택</a:t>
            </a:r>
          </a:p>
          <a:p>
            <a:r>
              <a:t>상담 결과 입력</a:t>
            </a:r>
          </a:p>
          <a:p>
            <a:r>
              <a:t>저장 버튼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학생 목록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검색 (이름/전화번호)</a:t>
            </a:r>
          </a:p>
          <a:p>
            <a:r>
              <a:t>필터 (상태/학년)</a:t>
            </a:r>
          </a:p>
          <a:p>
            <a:r>
              <a:t>리스트 테이블</a:t>
            </a:r>
          </a:p>
          <a:p>
            <a:r>
              <a:t>상태 색상 표시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학생 상세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기본 정보</a:t>
            </a:r>
          </a:p>
          <a:p>
            <a:r>
              <a:t>상태 표시</a:t>
            </a:r>
          </a:p>
          <a:p>
            <a:r>
              <a:t>상담 이력</a:t>
            </a:r>
          </a:p>
          <a:p>
            <a:r>
              <a:t>상태 변경 기능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설명회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설명회 리스트</a:t>
            </a:r>
          </a:p>
          <a:p>
            <a:r>
              <a:t>참석자 수</a:t>
            </a:r>
          </a:p>
          <a:p>
            <a:r>
              <a:t>등록 전환율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TC 대상자</a:t>
            </a:r>
          </a:p>
          <a:p>
            <a:r>
              <a:t>연결 여부</a:t>
            </a:r>
          </a:p>
          <a:p>
            <a:r>
              <a:t>TEST 여부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UX 핵심 원칙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입력 최소화</a:t>
            </a:r>
          </a:p>
          <a:p>
            <a:r>
              <a:t>자동화 중심</a:t>
            </a:r>
          </a:p>
          <a:p>
            <a:r>
              <a:t>색상 기반 상태 구분</a:t>
            </a:r>
          </a:p>
          <a:p>
            <a:r>
              <a:t>모바일 최적화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